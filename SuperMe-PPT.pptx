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SUPERME  ·  AI NATIVE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400"/>
              </a:lnSpc>
              <a:spcAft>
                <a:spcPts val="400"/>
              </a:spcAft>
              <a:defRPr sz="5400" b="1">
                <a:solidFill>
                  <a:srgbClr val="FFFFFF"/>
                </a:solidFill>
              </a:defRPr>
            </a:pPr>
            <a:r>
              <a:t>Be Super</a:t>
            </a:r>
          </a:p>
          <a:p>
            <a:pPr algn="ctr">
              <a:lnSpc>
                <a:spcPts val="6400"/>
              </a:lnSpc>
              <a:spcAft>
                <a:spcPts val="400"/>
              </a:spcAft>
              <a:defRPr sz="5400" b="1">
                <a:solidFill>
                  <a:srgbClr val="60A5FA"/>
                </a:solidFill>
              </a:defRPr>
            </a:pPr>
            <a:r>
              <a:t>Be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不是一个人的故事</a:t>
            </a:r>
          </a:p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是AI Native一代人的成长纪念</a:t>
            </a:r>
          </a:p>
        </p:txBody>
      </p:sp>
      <p:pic>
        <p:nvPicPr>
          <p:cNvPr id="5" name="Picture 4" descr="desig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3840480" cy="34708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起  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spcAft>
                <a:spcPts val="400"/>
              </a:spcAft>
              <a:defRPr sz="4800" b="1">
                <a:solidFill>
                  <a:srgbClr val="FFFFFF"/>
                </a:solidFill>
              </a:defRPr>
            </a:pPr>
            <a:r>
              <a:t>"你还不是超级个体"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有人这样对布斯说。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他是一个运营，不会写代码。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那一天他没有反驳，只是记住了这句话。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顿  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比昨天多赚一分钱</a:t>
            </a:r>
          </a:p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60A5FA"/>
                </a:solidFill>
              </a:defRPr>
            </a:pPr>
            <a:r>
              <a:t>你就是超级个体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超级个体不是和别人比，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是和昨天的自己比。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Be Super Be Me，就是从这里来的。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从豆包到赛场车手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不会代码也能学AI。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从对话开始，一步步解锁生图、PPT、声音克隆。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从考驾照走到赛场车手。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从等排期到自己搞定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群聊自动分析、智能答疑、自动周报。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8小时零代码搭了社群官网。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800+人的SuperMe社群不是规划出来的，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是走着走着就到了一起。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走进社区，走上讲台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2004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给小朋友做AI启蒙，给60岁奶奶教用AI拍牙看病。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5场公益活动后，走出阿里，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在良仓给企业家做了首次对外分享。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共  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AI读了800人的</a:t>
            </a:r>
          </a:p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60A5FA"/>
                </a:solidFill>
              </a:defRPr>
            </a:pPr>
            <a:r>
              <a:t>聊天记录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让Devix分析社群风格，生成设计prompt。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用画眉打样十几稿，发到群里投票。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不是一个人的审美，是800+人共创的结果。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踩  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AI搞得定设计</a:t>
            </a:r>
          </a:p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60A5FA"/>
                </a:solidFill>
              </a:defRPr>
            </a:pPr>
            <a:r>
              <a:t>搞不定供应链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1688找不到、闲鱼也不行。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最后靠朋友冬生——他之前做史努比童装，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东莞工厂一个电话接单。</a:t>
            </a:r>
          </a:p>
          <a:p>
            <a:pPr algn="ctr">
              <a:lnSpc>
                <a:spcPts val="3300"/>
              </a:lnSpc>
              <a:spcAft>
                <a:spcPts val="400"/>
              </a:spcAft>
              <a:defRPr sz="2200" b="0">
                <a:solidFill>
                  <a:srgbClr val="B3B3B3"/>
                </a:solidFill>
              </a:defRPr>
            </a:pPr>
            <a:r>
              <a:t>关键时刻靠的是身边的人。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亮  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穿上它</a:t>
            </a:r>
          </a:p>
          <a:p>
            <a:pPr algn="ctr">
              <a:lnSpc>
                <a:spcPts val="5700"/>
              </a:lnSpc>
              <a:spcAft>
                <a:spcPts val="400"/>
              </a:spcAft>
              <a:defRPr sz="4400" b="1">
                <a:solidFill>
                  <a:srgbClr val="60A5FA"/>
                </a:solidFill>
              </a:defRPr>
            </a:pPr>
            <a:r>
              <a:t>站在台上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6月10日，良仓。</a:t>
            </a:r>
          </a:p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穿着这件T恤站在台上的那一刻，</a:t>
            </a:r>
          </a:p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从"你还不是超级个体"到"Be Super Be Me"——</a:t>
            </a:r>
          </a:p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每一步都穿在了身上。</a:t>
            </a:r>
          </a:p>
        </p:txBody>
      </p:sp>
      <p:pic>
        <p:nvPicPr>
          <p:cNvPr id="5" name="Picture 4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3840480" cy="51126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00"/>
              </a:lnSpc>
              <a:spcAft>
                <a:spcPts val="400"/>
              </a:spcAft>
              <a:defRPr sz="2600" b="0">
                <a:solidFill>
                  <a:srgbClr val="B3B3B3"/>
                </a:solidFill>
              </a:defRPr>
            </a:pPr>
            <a:r>
              <a:t>"这件T恤不是一个人做出来的。</a:t>
            </a:r>
          </a:p>
          <a:p>
            <a:pPr algn="ctr">
              <a:lnSpc>
                <a:spcPts val="4100"/>
              </a:lnSpc>
              <a:spcAft>
                <a:spcPts val="400"/>
              </a:spcAft>
              <a:defRPr sz="2600" b="0">
                <a:solidFill>
                  <a:srgbClr val="B3B3B3"/>
                </a:solidFill>
              </a:defRPr>
            </a:pPr>
            <a:r>
              <a:t>是从800+人的聊天记录里长出来的设计，</a:t>
            </a:r>
          </a:p>
          <a:p>
            <a:pPr algn="ctr">
              <a:lnSpc>
                <a:spcPts val="4100"/>
              </a:lnSpc>
              <a:spcAft>
                <a:spcPts val="400"/>
              </a:spcAft>
              <a:defRPr sz="2600" b="0">
                <a:solidFill>
                  <a:srgbClr val="B3B3B3"/>
                </a:solidFill>
              </a:defRPr>
            </a:pPr>
            <a:r>
              <a:t>是朋友一个电话搞定的供应链，</a:t>
            </a:r>
          </a:p>
          <a:p>
            <a:pPr algn="ctr">
              <a:lnSpc>
                <a:spcPts val="4100"/>
              </a:lnSpc>
              <a:spcAft>
                <a:spcPts val="400"/>
              </a:spcAft>
              <a:defRPr sz="2600" b="0">
                <a:solidFill>
                  <a:srgbClr val="B3B3B3"/>
                </a:solidFill>
              </a:defRPr>
            </a:pPr>
            <a:r>
              <a:t>是社群投票选出来的款式。</a:t>
            </a:r>
          </a:p>
          <a:p>
            <a:pPr algn="ctr"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B3B3B3"/>
                </a:solidFill>
              </a:defRPr>
            </a:pPr>
          </a:p>
          <a:p>
            <a:pPr algn="ctr">
              <a:lnSpc>
                <a:spcPts val="4400"/>
              </a:lnSpc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每一步都有人陪着走。</a:t>
            </a:r>
          </a:p>
          <a:p>
            <a:pPr algn="ctr">
              <a:lnSpc>
                <a:spcPts val="4400"/>
              </a:lnSpc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这才是超级个体的真正含义。"</a:t>
            </a:r>
          </a:p>
          <a:p>
            <a:pPr algn="ctr">
              <a:lnSpc>
                <a:spcPts val="2200"/>
              </a:lnSpc>
              <a:spcAft>
                <a:spcPts val="400"/>
              </a:spcAft>
              <a:defRPr sz="1400" b="0">
                <a:solidFill>
                  <a:srgbClr val="B3B3B3"/>
                </a:solidFill>
              </a:defRPr>
            </a:pPr>
          </a:p>
          <a:p>
            <a:pPr algn="ctr">
              <a:lnSpc>
                <a:spcPts val="2500"/>
              </a:lnSpc>
              <a:spcAft>
                <a:spcPts val="400"/>
              </a:spcAft>
              <a:defRPr sz="1600" b="0">
                <a:solidFill>
                  <a:srgbClr val="808080"/>
                </a:solidFill>
              </a:defRPr>
            </a:pPr>
            <a:r>
              <a:t>— 布斯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产  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spcAft>
                <a:spcPts val="400"/>
              </a:spcAft>
              <a:defRPr sz="4800" b="1">
                <a:solidFill>
                  <a:srgbClr val="4ADE80"/>
                </a:solidFill>
              </a:defRPr>
            </a:pPr>
            <a:r>
              <a:t>¥69 限时预售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四种工艺：刺绣+印字+刺绣+织标</a:t>
            </a:r>
          </a:p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98%棉+2%氨纶 · 260g中厚 · 宽松版型</a:t>
            </a:r>
          </a:p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东莞工厂直发 · 1-2周发货</a:t>
            </a:r>
          </a:p>
        </p:txBody>
      </p:sp>
      <p:pic>
        <p:nvPicPr>
          <p:cNvPr id="5" name="Picture 4" descr="flat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3840480" cy="5112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371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行  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spcAft>
                <a:spcPts val="400"/>
              </a:spcAft>
              <a:defRPr sz="4800" b="1">
                <a:solidFill>
                  <a:srgbClr val="FFFFFF"/>
                </a:solidFill>
              </a:defRPr>
            </a:pPr>
            <a:r>
              <a:t>穿上你的超级个体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400"/>
              </a:spcAft>
              <a:defRPr sz="2000" b="0">
                <a:solidFill>
                  <a:srgbClr val="B3B3B3"/>
                </a:solidFill>
              </a:defRPr>
            </a:pPr>
            <a:r>
              <a:t>扫码下单，或访问 busilb.github.io/super_tshirt 选尺码购买</a:t>
            </a:r>
          </a:p>
        </p:txBody>
      </p:sp>
      <p:pic>
        <p:nvPicPr>
          <p:cNvPr id="5" name="Picture 4" descr="busi-wechat-q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1480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08080"/>
                </a:solidFill>
              </a:defRPr>
            </a:pPr>
            <a:r>
              <a:t>加布斯微信</a:t>
            </a:r>
          </a:p>
        </p:txBody>
      </p:sp>
      <p:pic>
        <p:nvPicPr>
          <p:cNvPr id="7" name="Picture 6" descr="wechat-group-q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1480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08080"/>
                </a:solidFill>
              </a:defRPr>
            </a:pPr>
            <a:r>
              <a:t>加入SuperMe社群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